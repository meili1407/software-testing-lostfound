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5029200" cy="50292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/Users/jatuponitsara/Desktop/soft-test/Software-Testing-LostFound/report-assets/presentation/assets/t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246" y="825246"/>
            <a:ext cx="452628" cy="4526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CSX4104 / ITX4104  ·  SOFTWARE TESTING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97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Lost &amp; Found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Term Project Report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52120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Jatupon Itsara (6610073)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Gulizara Benjapalaporn (6612233)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Chanyanut Pumasri (6620025)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Phanthira Kositjaroenkul (6630003)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University — Vincent Mary School of Engineering, Science and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2F4F8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3794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9456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system, its purpose, and tech stack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2F4F8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92024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83794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Scope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19456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scope and what's explicitly not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2F4F8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3375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2552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61188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testing techniques applied end-to-end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1089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2F4F8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3375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32552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Control Flow Testing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61188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tests, 38 independent paths, full branch coverage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2F4F8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7548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46725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Integration Testing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502920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values and live end-to-end scenarios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5262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2F4F8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47548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46725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&amp; Results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502920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security, defects found, final results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Lost &amp; Found Management System  |  CSX4104/ITX4104 Software Testing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Does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application that helps students and staff report lost and found items, automatically compares reports using a rule-based matching algorithm, and supports staff in verifying ownership before an item is handed over.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reporting with rule-based match scoring (name, description, color, brand, location, date)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verification via claim evidence and staff decisions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confirmation requiring in-person identity checks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notifications and full audit logging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across Student, Staff, and Admin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040880" y="1600200"/>
            <a:ext cx="4572000" cy="4480560"/>
          </a:xfrm>
          <a:prstGeom prst="roundRect">
            <a:avLst>
              <a:gd name="adj" fmla="val 2041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0664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06640" y="24688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pic>
        <p:nvPicPr>
          <p:cNvPr id="9" name="Image 0" descr="/Users/jatuponitsara/Desktop/soft-test/Software-Testing-LostFound/report-assets/presentation/assets/re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26060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75320" y="2487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Vite, React Router v7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06640" y="36118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pic>
        <p:nvPicPr>
          <p:cNvPr id="13" name="Image 1" descr="/Users/jatuponitsara/Desktop/soft-test/Software-Testing-LostFound/report-assets/presentation/assets/n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37490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275320" y="3630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275320" y="3977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validation, Multer uploads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406640" y="47548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pic>
        <p:nvPicPr>
          <p:cNvPr id="17" name="Image 2" descr="/Users/jatuponitsara/Desktop/soft-test/Software-Testing-LostFound/report-assets/presentation/asset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48920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75320" y="4773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Prisma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275320" y="5120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TS/ESM client via tsx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Lost &amp; Found Management System  |  CSX4104/ITX4104 Software Testing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2F4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Users/jatuponitsara/Desktop/soft-test/Software-Testing-LostFound/report-assets/presentation/assets/check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04597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202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reporting for lost &amp; found (optional photos)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matching &amp; score calculation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/ dismiss suggested matches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verification via evidence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management + handover confirmation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notifications &amp; audit logging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(Student / Staff / Admin)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2F4F8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920240"/>
            <a:ext cx="502920" cy="502920"/>
          </a:xfrm>
          <a:prstGeom prst="ellipse">
            <a:avLst/>
          </a:prstGeom>
          <a:solidFill>
            <a:srgbClr val="B0392B"/>
          </a:solidFill>
          <a:ln/>
        </p:spPr>
      </p:sp>
      <p:pic>
        <p:nvPicPr>
          <p:cNvPr id="11" name="Image 1" descr="/Users/jatuponitsara/Desktop/soft-test/Software-Testing-LostFound/report-assets/presentation/assets/b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10" y="204597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9202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65176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Microsoft/AU authentication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 management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or SMS notifications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image recognition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performance optimization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Lost &amp; Found Management System  |  CSX4104/ITX4104 Software Testing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Testing Techniques Applied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/Users/jatuponitsara/Desktop/soft-test/Software-Testing-LostFound/report-assets/presentation/assets/un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1145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632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tests across 4 files, pure-function isolation via Jest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1B2A4A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196596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/Users/jatuponitsara/Desktop/soft-test/Software-Testing-LostFound/report-assets/presentation/assets/control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10" y="211455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0632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functions · 38 independent CFG paths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1B2A4A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196596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/Users/jatuponitsara/Desktop/soft-test/Software-Testing-LostFound/report-assets/presentation/assets/dataf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1070" y="211455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0632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/ c-use / p-use analysis on every CFG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2F4F8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38912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1" name="Image 3" descr="/Users/jatuponitsara/Desktop/soft-test/Software-Testing-LostFound/report-assets/presentation/assets/dom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53771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960" y="5120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Testing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486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boundary cases on the live application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41148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2F4F8"/>
          </a:solidFill>
          <a:ln/>
        </p:spPr>
      </p:sp>
      <p:sp>
        <p:nvSpPr>
          <p:cNvPr id="25" name="Shape 19"/>
          <p:cNvSpPr/>
          <p:nvPr/>
        </p:nvSpPr>
        <p:spPr>
          <a:xfrm>
            <a:off x="4617720" y="438912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6" name="Image 4" descr="/Users/jatuponitsara/Desktop/soft-test/Software-Testing-LostFound/report-assets/presentation/assets/integra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6310" y="4537710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17720" y="5120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5486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automated end-to-end API scenarios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41148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2F4F8"/>
          </a:solidFill>
          <a:ln/>
        </p:spPr>
      </p:sp>
      <p:sp>
        <p:nvSpPr>
          <p:cNvPr id="30" name="Shape 23"/>
          <p:cNvSpPr/>
          <p:nvPr/>
        </p:nvSpPr>
        <p:spPr>
          <a:xfrm>
            <a:off x="8412480" y="438912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1" name="Image 5" descr="/Users/jatuponitsara/Desktop/soft-test/Software-Testing-LostFound/report-assets/presentation/assets/acces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1070" y="4537710"/>
            <a:ext cx="297180" cy="2971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12480" y="5120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412480" y="5486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403/200 checks, Bruno + automated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Lost &amp; Found Management System  |  CSX4104/ITX4104 Software Testing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 — UNIT TESTING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Verifying Functions in Isolation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30.4.2 on Node.js v22.12.0. matchingService, claimService, and notificationService are pure functions with no database dependency — the full suite runs in well under a second.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60350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822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matchingService.test.js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scorers + calculateMatchScore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claimService.test.js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decideClaim, canConfirmHandover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validation.test.js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Zod schema equivalence partitioning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notificationService.test.js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buildNotificationMessage (5 types)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554480"/>
            <a:ext cx="4572000" cy="4526280"/>
          </a:xfrm>
          <a:prstGeom prst="roundRect">
            <a:avLst>
              <a:gd name="adj" fmla="val 2020"/>
            </a:avLst>
          </a:prstGeom>
          <a:solidFill>
            <a:srgbClr val="1B2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040880" y="20116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9000" dirty="0"/>
          </a:p>
        </p:txBody>
      </p:sp>
      <p:sp>
        <p:nvSpPr>
          <p:cNvPr id="8" name="Text 5"/>
          <p:cNvSpPr txBox="1"/>
          <p:nvPr/>
        </p:nvSpPr>
        <p:spPr>
          <a:xfrm>
            <a:off x="704088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— ALL PASSING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0" y="3977640"/>
            <a:ext cx="3108960" cy="0"/>
          </a:xfrm>
          <a:prstGeom prst="line">
            <a:avLst/>
          </a:prstGeom>
          <a:noFill/>
          <a:ln w="12700">
            <a:solidFill>
              <a:srgbClr val="3C4E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0" y="42062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Partitioning — validation.test.js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Value Analysis — classifyScore, scoreDate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Table Testing — decideClaim (6 rules)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cases: null/array input, empty descriptions, out-of-domain scores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Lost &amp; Found Management System  |  CSX4104/ITX4104 Software Testing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 — CONTROL FLOW TESTING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Branch, Mapped and Covered</a:t>
            </a:r>
            <a:endParaRPr lang="en-US" sz="3200" dirty="0"/>
          </a:p>
        </p:txBody>
      </p:sp>
      <p:pic>
        <p:nvPicPr>
          <p:cNvPr id="4" name="Image 0" descr="/Users/jatuponitsara/Desktop/soft-test/Software-Testing-LostFound/report-assets/cfg/decideClaim.png">    </p:cNvPr>
          <p:cNvPicPr>
            <a:picLocks noChangeAspect="1"/>
          </p:cNvPicPr>
          <p:nvPr/>
        </p:nvPicPr>
        <p:blipFill>
          <a:blip r:embed="rId1"/>
          <a:srcRect l="0" r="0" t="-33492" b="-33492"/>
          <a:stretch/>
        </p:blipFill>
        <p:spPr>
          <a:xfrm>
            <a:off x="548640" y="1554480"/>
            <a:ext cx="6492240" cy="4297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978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decideClaim() — the claim-approval decision table, as a CFG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1554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823960" y="17190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analyzed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2606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823960" y="27706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branch-coverage paths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3657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V(G)=8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8823960" y="38221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complexity — decideClaim()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15200" y="4800600"/>
            <a:ext cx="4297680" cy="1691640"/>
          </a:xfrm>
          <a:prstGeom prst="roundRect">
            <a:avLst>
              <a:gd name="adj" fmla="val 5405"/>
            </a:avLst>
          </a:prstGeom>
          <a:solidFill>
            <a:srgbClr val="F2F4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589520" y="498348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Notation: “1-2(T)-3” means from node 1, go to node 2, take the True branch to node 3. One discovery: a defensive branch in scoreDescription() is provably unreachable — flagged as an observation, not a defect.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Lost &amp; Found Management System  |  CSX4104/ITX4104 Software Testing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 — DATA FLOW TESTING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Variables Through Every Path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testing analyzes how each variable is defined (def) and used (c-use / p-use) across the same control flow graphs — finding definition-use pairs that unit tests must exercise.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0881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669280"/>
                <a:gridCol w="3566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Edges (i,j)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predicate(i,j)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p-use(i,j)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(9,10)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matchResult===WEAK &amp;&amp; !staffVerifiedEvidence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{matchResult, staffVerifiedEvidence}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(9,11)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~(matchResult===WEAK &amp;&amp; !staffVerifiedEvidence)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{matchResult, staffVerifiedEvidence}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343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Excerpt from decideClaim() — full def/c-use/p-use tables for all 9 functions are in the written report.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493776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507492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2011680" y="50749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with full DU analysis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06240" y="493776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434840" y="507492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5669280" y="50749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DU-pairs covered by existing unit tests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63840" y="493776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2F4F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2440" y="507492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0" y="50749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tests needed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Lost &amp; Found Management System  |  CSX4104/ITX4104 Software Testing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 — DOMAIN TESTING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Exercising the Match-Score Boundaries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threshold in the rule-based matching engine was tested at its boundary using the live application — 13 cases in total, covering item reporting, matching, claims, handover, and role access.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2F4F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0604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B03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606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MATCH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00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49 pts</a:t>
            </a:r>
            <a:endParaRPr lang="en-US" sz="1200" dirty="0"/>
          </a:p>
        </p:txBody>
      </p:sp>
      <p:pic>
        <p:nvPicPr>
          <p:cNvPr id="9" name="Image 0" descr="/Users/jatuponitsara/Desktop/soft-test/Software-Testing-LostFound/report-assets/screenshots/07-match-wea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3611880"/>
            <a:ext cx="3063240" cy="2148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251960" y="23774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2F4F8"/>
          </a:solidFill>
          <a:ln/>
        </p:spPr>
      </p:sp>
      <p:sp>
        <p:nvSpPr>
          <p:cNvPr id="11" name="Shape 8"/>
          <p:cNvSpPr/>
          <p:nvPr/>
        </p:nvSpPr>
        <p:spPr>
          <a:xfrm>
            <a:off x="4480560" y="260604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E8A3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480560" y="2606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MATCH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3200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– 74 pts</a:t>
            </a:r>
            <a:endParaRPr lang="en-US" sz="1200" dirty="0"/>
          </a:p>
        </p:txBody>
      </p:sp>
      <p:pic>
        <p:nvPicPr>
          <p:cNvPr id="14" name="Image 1" descr="/Users/jatuponitsara/Desktop/soft-test/Software-Testing-LostFound/report-assets/screenshots/06-match-possibl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80560" y="3611880"/>
            <a:ext cx="3063240" cy="21488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955280" y="23774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2F4F8"/>
          </a:solidFill>
          <a:ln/>
        </p:spPr>
      </p:sp>
      <p:sp>
        <p:nvSpPr>
          <p:cNvPr id="16" name="Shape 12"/>
          <p:cNvSpPr/>
          <p:nvPr/>
        </p:nvSpPr>
        <p:spPr>
          <a:xfrm>
            <a:off x="8183880" y="260604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2E7D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183880" y="2606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MATCH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183880" y="3200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– 100 pts</a:t>
            </a:r>
            <a:endParaRPr lang="en-US" sz="1200" dirty="0"/>
          </a:p>
        </p:txBody>
      </p:sp>
      <p:pic>
        <p:nvPicPr>
          <p:cNvPr id="19" name="Image 2" descr="/Users/jatuponitsara/Desktop/soft-test/Software-Testing-LostFound/report-assets/screenshots/05-match-stron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83880" y="3611880"/>
            <a:ext cx="3063240" cy="21488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Lost &amp; Found Management System  |  CSX4104/ITX4104 Software Testing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 — INTEGRATION TESTING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Pipeline,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50" dirty="0"/>
          </a:p>
        </p:txBody>
      </p:sp>
      <p:pic>
        <p:nvPicPr>
          <p:cNvPr id="6" name="Image 0" descr="/Users/jatuponitsara/Desktop/soft-test/Software-Testing-LostFound/report-assets/presentation/asset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9424" y="1911096"/>
            <a:ext cx="256032" cy="256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423160" y="169164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423160" y="16916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50" dirty="0"/>
          </a:p>
        </p:txBody>
      </p:sp>
      <p:pic>
        <p:nvPicPr>
          <p:cNvPr id="9" name="Image 1" descr="/Users/jatuponitsara/Desktop/soft-test/Software-Testing-LostFound/report-assets/presentation/asset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944" y="1911096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297680" y="169164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297680" y="16916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250" dirty="0"/>
          </a:p>
        </p:txBody>
      </p:sp>
      <p:pic>
        <p:nvPicPr>
          <p:cNvPr id="12" name="Image 2" descr="/Users/jatuponitsara/Desktop/soft-test/Software-Testing-LostFound/report-assets/presentation/asset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4" y="1911096"/>
            <a:ext cx="256032" cy="25603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172200" y="169164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6172200" y="16916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250" dirty="0"/>
          </a:p>
        </p:txBody>
      </p:sp>
      <p:pic>
        <p:nvPicPr>
          <p:cNvPr id="15" name="Image 3" descr="/Users/jatuponitsara/Desktop/soft-test/Software-Testing-LostFound/report-assets/presentation/asset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4" y="1911096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046720" y="169164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8046720" y="16916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50" dirty="0"/>
          </a:p>
        </p:txBody>
      </p:sp>
      <p:pic>
        <p:nvPicPr>
          <p:cNvPr id="18" name="Image 4" descr="/Users/jatuponitsara/Desktop/soft-test/Software-Testing-LostFound/report-assets/presentation/assets/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504" y="1911096"/>
            <a:ext cx="256032" cy="256032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9921240" y="169164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E8A33D"/>
          </a:solidFill>
          <a:ln/>
        </p:spPr>
      </p:sp>
      <p:sp>
        <p:nvSpPr>
          <p:cNvPr id="20" name="Text 13"/>
          <p:cNvSpPr txBox="1"/>
          <p:nvPr/>
        </p:nvSpPr>
        <p:spPr>
          <a:xfrm>
            <a:off x="9921240" y="16916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2606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end-to-end via tests/integration/apiIntegration.test.js (node:test under tsx) against the real Express API and PostgreSQL database — not mocks.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0881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539496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TC-IT-001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↔ Matching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matchScore=100, STRONG_MATCH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TC-IT-003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↔ Claim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created, status 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TC-IT-005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↔ Report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reports → RESOLVED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TC-IT-006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↔ AuditLog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audit entries recorded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TC-IT-007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↔ Route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 / 403 / 200 as expected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1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Lost &amp; Found Management System  |  CSX4104/ITX4104 Software Testing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 — ACCESS CONTROL TESTING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Security, Verified Twice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is enforced server-side by a requireRole middleware and exercised two independent ways: the automated integration suite, and a reproducible Bruno API collection anyone on the team can re-run.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6126480" cy="749808"/>
          </a:xfrm>
          <a:prstGeom prst="roundRect">
            <a:avLst>
              <a:gd name="adj" fmla="val 9756"/>
            </a:avLst>
          </a:prstGeom>
          <a:solidFill>
            <a:srgbClr val="F2F4F8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825496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/Users/jatuponitsara/Desktop/soft-test/Software-Testing-LostFound/report-assets/presentation/assets/stu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962" y="2951226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2770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3063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items, submit claims, view own notifications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593592"/>
            <a:ext cx="6126480" cy="749808"/>
          </a:xfrm>
          <a:prstGeom prst="roundRect">
            <a:avLst>
              <a:gd name="adj" fmla="val 9756"/>
            </a:avLst>
          </a:prstGeom>
          <a:solidFill>
            <a:srgbClr val="F2F4F8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" y="372160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/Users/jatuponitsara/Desktop/soft-test/Software-Testing-LostFound/report-assets/presentation/assets/sta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62" y="3847338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71600" y="3666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1371600" y="39593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decide claims, confirm handover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489704"/>
            <a:ext cx="6126480" cy="749808"/>
          </a:xfrm>
          <a:prstGeom prst="roundRect">
            <a:avLst>
              <a:gd name="adj" fmla="val 9756"/>
            </a:avLst>
          </a:prstGeom>
          <a:solidFill>
            <a:srgbClr val="F2F4F8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232" y="46177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2" descr="/Users/jatuponitsara/Desktop/soft-test/Software-Testing-LostFound/report-assets/presentation/assets/adm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62" y="474345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45628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1371600" y="48554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audit log (only role permitted)</a:t>
            </a:r>
            <a:endParaRPr lang="en-US" sz="1100" dirty="0"/>
          </a:p>
        </p:txBody>
      </p:sp>
      <p:pic>
        <p:nvPicPr>
          <p:cNvPr id="20" name="Image 3" descr="/Users/jatuponitsara/Desktop/soft-test/Software-Testing-LostFound/report-assets/screenshots/20-role-blocked-staff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95160" y="1554480"/>
            <a:ext cx="4617720" cy="45720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95160" y="60807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redirected away from the Staff dashboard — UI-level role gating in action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Lost &amp; Found Management System  |  CSX4104/ITX4104 Software Testing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FOUND &amp; RESOLVED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Bug, Caught Before Users Saw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2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B0392B"/>
          </a:solidFill>
          <a:ln/>
        </p:spPr>
      </p:sp>
      <p:pic>
        <p:nvPicPr>
          <p:cNvPr id="6" name="Image 0" descr="/Users/jatuponitsara/Desktop/soft-test/Software-Testing-LostFound/report-assets/presentation/assets/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3180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260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0D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/api/claims/by-code/ (empty code) and a malformed claim ID both returned an uncaught 500 Internal Server Error.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02336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C9A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Express routed the bad segment to GET /:id, which passed it straight to Prisma. Postgres rejected it as invalid UUID syntax (error P2007) — a code errorHandler.js didn't recognize.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87452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12291F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2194560"/>
            <a:ext cx="548640" cy="54864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2" name="Image 1" descr="/Users/jatuponitsara/Desktop/soft-test/Software-Testing-LostFound/report-assets/presentation/assets/check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124" y="231800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6948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D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29260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3F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 src/middleware/errorHandler.js: Prisma codes P2007 and P2023 now map to a clean 404 Not Found.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402336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A0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via curl and the Bruno “Get Claim by Code” request. Full regression re-run afterward: 91/91 unit tests and 9/9 integration checks still passing.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Lost &amp; Found Management System  |  CSX4104/ITX4104 Software Testing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Test Execution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10512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70632" y="164592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70632" y="1810512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862072" y="27889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Control-Flow Paths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92624" y="164592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92624" y="1810512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4" y="27889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Cases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14616" y="164592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14616" y="1810512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306056" y="27889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Scenarios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36608" y="164592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36608" y="1810512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528048" y="27889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Checks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E9F3EC"/>
          </a:solidFill>
          <a:ln/>
        </p:spPr>
      </p:sp>
      <p:pic>
        <p:nvPicPr>
          <p:cNvPr id="20" name="Image 0" descr="/Users/jatuponitsara/Desktop/soft-test/Software-Testing-LostFound/report-assets/presentation/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840480"/>
            <a:ext cx="411480" cy="41148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371600" y="36576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 total test cases executed across all six techniques — 100% Pass, zero open defects.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6634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E1E1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2960" y="48463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test                              Tests: 91 passed, 91 total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test:integration               # pass 9   # fail 0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@usebruno/cli run --env Local -r   Requests 22 (22 Passed) · Tests 18/18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Lost &amp; Found Management System  |  CSX4104/ITX4104 Software Testing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Users/jatuponitsara/Desktop/soft-test/Software-Testing-LostFound/report-assets/presentation/asset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97739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916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logic, fully covered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2130552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rule-based matching engine, claim decisions, and handover eligibility — flagged as highest-risk for their branching complexity — are covered by CFG/DFG analysis, not just spot checks.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/Users/jatuponitsara/Desktop/soft-test/Software-Testing-LostFound/report-assets/presentation/assets/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3394710"/>
            <a:ext cx="388620" cy="3886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0200" y="31089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found a real defect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00200" y="3547872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CFGs surfaced an unreachable branch and, separately, the by-code 500-error bug — both fixed before this report was finalized.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61772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2" descr="/Users/jatuponitsara/Desktop/soft-test/Software-Testing-LostFound/report-assets/presentation/assets/check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812030"/>
            <a:ext cx="388620" cy="3886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0200" y="45262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is reproducible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600200" y="4965192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integration tests and a Bruno collection mean any teammate can re-run and independently verify every “Pass” claim in this report.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Lost &amp; Found Management System  |  CSX4104/ITX4104 Software Testing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114800"/>
            <a:ext cx="5029200" cy="50292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920240"/>
            <a:ext cx="1005840" cy="10058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/Users/jatuponitsara/Desktop/soft-test/Software-Testing-LostFound/report-assets/presentation/assets/t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1274" y="2146554"/>
            <a:ext cx="553212" cy="5532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30632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Lost &amp; Found Management System  ·  CSX4104/ITX4104 Software Testing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2026-09-17T04:02:11Z</dcterms:created>
  <dcterms:modified xsi:type="dcterms:W3CDTF">2026-09-17T04:02:11Z</dcterms:modified>
</cp:coreProperties>
</file>